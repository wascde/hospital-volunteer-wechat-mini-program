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医院志愿者助手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微软雅黑"/>
              </a:defRPr>
            </a:pPr>
            <a:r>
              <a:t>微信小程序 · 项目汇报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566160"/>
            <a:ext cx="18288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FDBFE"/>
                </a:solidFill>
                <a:latin typeface="微软雅黑"/>
              </a:defRPr>
            </a:pPr>
            <a:r>
              <a:t>为医院志愿者打造的智能服务助手</a:t>
            </a:r>
            <a:br/>
            <a:r>
              <a:t>提升志愿服务效率与质量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2860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0">
                <a:solidFill>
                  <a:srgbClr val="FFFFFF"/>
                </a:solidFill>
                <a:latin typeface="微软雅黑"/>
              </a:defRPr>
            </a:pPr>
            <a:r>
              <a:t>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3C5FD"/>
                </a:solidFill>
                <a:latin typeface="微软雅黑"/>
              </a:defRPr>
            </a:pPr>
            <a:r>
              <a:t>汇报日期：2025年 | 版本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  <a:latin typeface="微软雅黑"/>
              </a:defRPr>
            </a:pPr>
            <a:r>
              <a:t>📋 汇报目录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2011680"/>
            <a:ext cx="54864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F2937"/>
                </a:solidFill>
                <a:latin typeface="微软雅黑"/>
              </a:defRPr>
            </a:pPr>
            <a:r>
              <a:t>01    项目背景与目标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788920"/>
            <a:ext cx="54864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788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F2937"/>
                </a:solidFill>
                <a:latin typeface="微软雅黑"/>
              </a:defRPr>
            </a:pPr>
            <a:r>
              <a:t>02    核心功能展示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566160"/>
            <a:ext cx="54864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3566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F2937"/>
                </a:solidFill>
                <a:latin typeface="微软雅黑"/>
              </a:defRPr>
            </a:pPr>
            <a:r>
              <a:t>03    技术架构与实现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4343400"/>
            <a:ext cx="54864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4343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F2937"/>
                </a:solidFill>
                <a:latin typeface="微软雅黑"/>
              </a:defRPr>
            </a:pPr>
            <a:r>
              <a:t>04    项目结构与代码组织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5120640"/>
            <a:ext cx="54864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5120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F2937"/>
                </a:solidFill>
                <a:latin typeface="微软雅黑"/>
              </a:defRPr>
            </a:pPr>
            <a:r>
              <a:t>05    AI 辅助开发经验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5897880"/>
            <a:ext cx="54864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5897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F2937"/>
                </a:solidFill>
                <a:latin typeface="微软雅黑"/>
              </a:defRPr>
            </a:pPr>
            <a:r>
              <a:t>06    未来迭代计划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  <a:latin typeface="微软雅黑"/>
              </a:defRPr>
            </a:pPr>
            <a:r>
              <a:t>🏥 项目背景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  <a:latin typeface="微软雅黑"/>
              </a:defRPr>
            </a:pPr>
            <a:r>
              <a:t>在医院环境中，志愿者经常需要解答患者的各种问题：</a:t>
            </a:r>
            <a:br/>
            <a:br/>
            <a:r>
              <a:t>• 某个症状应该挂哪个科室？</a:t>
            </a:r>
            <a:br/>
            <a:r>
              <a:t>• 各科室分布在医院的什么位置？</a:t>
            </a:r>
            <a:br/>
            <a:r>
              <a:t>• 医院的服务流程是怎样的？</a:t>
            </a:r>
            <a:br/>
            <a:r>
              <a:t>• 患者常问的问题如何快速回答？</a:t>
            </a:r>
            <a:br/>
            <a:br/>
            <a:r>
              <a:t>传统的纸质指南查阅不便，信息更新困难。</a:t>
            </a:r>
            <a:br/>
            <a:r>
              <a:t>一款便捷的移动端工具能大幅提升志愿者服务效率。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1828800"/>
            <a:ext cx="3657600" cy="13716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2103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47A1"/>
                </a:solidFill>
                <a:latin typeface="微软雅黑"/>
              </a:defRPr>
            </a:pPr>
            <a:r>
              <a:t>🎯 项目目标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微软雅黑"/>
              </a:defRPr>
            </a:pPr>
            <a:r>
              <a:t>为志愿者提供一站式信息查询工具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3474720"/>
            <a:ext cx="3657600" cy="13716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3749039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微软雅黑"/>
              </a:defRPr>
            </a:pPr>
            <a:r>
              <a:t>👥 目标用户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389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微软雅黑"/>
              </a:defRPr>
            </a:pPr>
            <a:r>
              <a:t>医院志愿者、导诊人员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5120640"/>
            <a:ext cx="3657600" cy="13716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53949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微软雅黑"/>
              </a:defRPr>
            </a:pPr>
            <a:r>
              <a:t>⚡ 核心价值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5852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微软雅黑"/>
              </a:defRPr>
            </a:pPr>
            <a:r>
              <a:t>快速响应患者问题，提升服务专业度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  <a:latin typeface="微软雅黑"/>
              </a:defRPr>
            </a:pPr>
            <a:r>
              <a:t>🚀 核心功能总览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2011680" cy="4114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1F2937"/>
                </a:solidFill>
                <a:latin typeface="微软雅黑"/>
              </a:defRPr>
            </a:pPr>
            <a:r>
              <a:t>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73E8"/>
                </a:solidFill>
                <a:latin typeface="微软雅黑"/>
              </a:defRPr>
            </a:pPr>
            <a:r>
              <a:t>科室查询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微软雅黑"/>
              </a:defRPr>
            </a:pPr>
            <a:r>
              <a:t>输入症状或疾病名称</a:t>
            </a:r>
            <a:br/>
            <a:r>
              <a:t>智能推荐对应就诊科室</a:t>
            </a:r>
            <a:br/>
            <a:r>
              <a:t>保存最近查询记录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737360"/>
            <a:ext cx="2011680" cy="4114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9202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1F2937"/>
                </a:solidFill>
                <a:latin typeface="微软雅黑"/>
              </a:defRPr>
            </a:pPr>
            <a:r>
              <a:t>🗺️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73E8"/>
                </a:solidFill>
                <a:latin typeface="微软雅黑"/>
              </a:defRPr>
            </a:pPr>
            <a:r>
              <a:t>医院地图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2004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微软雅黑"/>
              </a:defRPr>
            </a:pPr>
            <a:r>
              <a:t>可视化楼层平面图</a:t>
            </a:r>
            <a:br/>
            <a:r>
              <a:t>各科室位置一目了然</a:t>
            </a:r>
            <a:br/>
            <a:r>
              <a:t>点击查看详细信息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737360"/>
            <a:ext cx="2011680" cy="4114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19202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1F2937"/>
                </a:solidFill>
                <a:latin typeface="微软雅黑"/>
              </a:defRPr>
            </a:pPr>
            <a:r>
              <a:t>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73E8"/>
                </a:solidFill>
                <a:latin typeface="微软雅黑"/>
              </a:defRPr>
            </a:pPr>
            <a:r>
              <a:t>志愿者指南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2004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微软雅黑"/>
              </a:defRPr>
            </a:pPr>
            <a:r>
              <a:t>服务规范与注意事项</a:t>
            </a:r>
            <a:br/>
            <a:r>
              <a:t>应急处理流程指导</a:t>
            </a:r>
            <a:br/>
            <a:r>
              <a:t>沟通技巧与建议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737360"/>
            <a:ext cx="2011680" cy="4114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19202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1F2937"/>
                </a:solidFill>
                <a:latin typeface="微软雅黑"/>
              </a:defRPr>
            </a:pPr>
            <a:r>
              <a:t>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73E8"/>
                </a:solidFill>
                <a:latin typeface="微软雅黑"/>
              </a:defRPr>
            </a:pPr>
            <a:r>
              <a:t>常见问题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2004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微软雅黑"/>
              </a:defRPr>
            </a:pPr>
            <a:r>
              <a:t>按分类浏览问题</a:t>
            </a:r>
            <a:br/>
            <a:r>
              <a:t>关键词快速搜索</a:t>
            </a:r>
            <a:br/>
            <a:r>
              <a:t>展开查看详细答案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92640" y="1737360"/>
            <a:ext cx="2011680" cy="4114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19202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1F2937"/>
                </a:solidFill>
                <a:latin typeface="微软雅黑"/>
              </a:defRPr>
            </a:pPr>
            <a:r>
              <a:t>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73E8"/>
                </a:solidFill>
                <a:latin typeface="微软雅黑"/>
              </a:defRPr>
            </a:pPr>
            <a:r>
              <a:t>个人中心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32004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微软雅黑"/>
              </a:defRPr>
            </a:pPr>
            <a:r>
              <a:t>志愿者信息管理</a:t>
            </a:r>
            <a:br/>
            <a:r>
              <a:t>服务时长与次数统计</a:t>
            </a:r>
            <a:br/>
            <a:r>
              <a:t>服务记录与证书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2937"/>
                </a:solidFill>
                <a:latin typeface="微软雅黑"/>
              </a:defRPr>
            </a:pPr>
            <a:r>
              <a:t>🔍 功能详情 — 科室查询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微软雅黑"/>
              </a:defRPr>
            </a:pPr>
            <a:r>
              <a:t>根据患者描述的症状或疾病名称，快速查询对应的就诊科室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560320"/>
            <a:ext cx="2377440" cy="3200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7360" y="2651760"/>
            <a:ext cx="640080" cy="64008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74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  <a:latin typeface="微软雅黑"/>
              </a:defRPr>
            </a:pPr>
            <a:r>
              <a:t>输入关键词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931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微软雅黑"/>
              </a:defRPr>
            </a:pPr>
            <a:r>
              <a:t>患者描述症状</a:t>
            </a:r>
            <a:br/>
            <a:r>
              <a:t>如"头痛""发烧"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2560320"/>
            <a:ext cx="2377440" cy="32004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80560" y="265176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474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  <a:latin typeface="微软雅黑"/>
              </a:defRPr>
            </a:pPr>
            <a:r>
              <a:t>系统匹配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931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微软雅黑"/>
              </a:defRPr>
            </a:pPr>
            <a:r>
              <a:t>查询症状-科室</a:t>
            </a:r>
            <a:br/>
            <a:r>
              <a:t>映射数据库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560320"/>
            <a:ext cx="2377440" cy="32004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23760" y="265176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  <a:latin typeface="微软雅黑"/>
              </a:defRPr>
            </a:pPr>
            <a:r>
              <a:t>显示结果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931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微软雅黑"/>
              </a:defRPr>
            </a:pPr>
            <a:r>
              <a:t>推荐就诊科室</a:t>
            </a:r>
            <a:br/>
            <a:r>
              <a:t>及科室介绍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2560320"/>
            <a:ext cx="2377440" cy="3200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66960" y="265176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474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  <a:latin typeface="微软雅黑"/>
              </a:defRPr>
            </a:pPr>
            <a:r>
              <a:t>历史记录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931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微软雅黑"/>
              </a:defRPr>
            </a:pPr>
            <a:r>
              <a:t>保存查询记录</a:t>
            </a:r>
            <a:br/>
            <a:r>
              <a:t>方便快速复用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989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D47A1"/>
                </a:solidFill>
                <a:latin typeface="微软雅黑"/>
              </a:defRPr>
            </a:pPr>
            <a:r>
              <a:t>💡 技术实现：症状-科室映射字典 + 本地存储缓存历史查询记录，无需后端即可运行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2937"/>
                </a:solidFill>
                <a:latin typeface="微软雅黑"/>
              </a:defRPr>
            </a:pPr>
            <a:r>
              <a:t>🗺️ 功能详情 — 医院地图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微软雅黑"/>
              </a:defRPr>
            </a:pPr>
            <a:r>
              <a:t>可视化楼层平面图，帮助志愿者快速定位各科室和设施位置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77440"/>
            <a:ext cx="2011680" cy="2926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F2937"/>
                </a:solidFill>
                <a:latin typeface="微软雅黑"/>
              </a:defRPr>
            </a:pPr>
            <a:r>
              <a:t>🏗️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73E8"/>
                </a:solidFill>
                <a:latin typeface="微软雅黑"/>
              </a:defRPr>
            </a:pPr>
            <a:r>
              <a:t>楼层切换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微软雅黑"/>
              </a:defRPr>
            </a:pPr>
            <a:r>
              <a:t>支持 1-4 楼</a:t>
            </a:r>
            <a:br/>
            <a:r>
              <a:t>一键切换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2377440"/>
            <a:ext cx="2011680" cy="2926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5603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F2937"/>
                </a:solidFill>
                <a:latin typeface="微软雅黑"/>
              </a:defRPr>
            </a:pPr>
            <a:r>
              <a:t>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73E8"/>
                </a:solidFill>
                <a:latin typeface="微软雅黑"/>
              </a:defRPr>
            </a:pPr>
            <a:r>
              <a:t>平面布局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657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微软雅黑"/>
              </a:defRPr>
            </a:pPr>
            <a:r>
              <a:t>房间百分比定位</a:t>
            </a:r>
            <a:br/>
            <a:r>
              <a:t>模拟真实布局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2377440"/>
            <a:ext cx="2011680" cy="2926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5603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F2937"/>
                </a:solidFill>
                <a:latin typeface="微软雅黑"/>
              </a:defRPr>
            </a:pPr>
            <a:r>
              <a:t>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73E8"/>
                </a:solidFill>
                <a:latin typeface="微软雅黑"/>
              </a:defRPr>
            </a:pPr>
            <a:r>
              <a:t>颜色标识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657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微软雅黑"/>
              </a:defRPr>
            </a:pPr>
            <a:r>
              <a:t>5 种颜色区分</a:t>
            </a:r>
            <a:br/>
            <a:r>
              <a:t>房间类型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2377440"/>
            <a:ext cx="2011680" cy="2926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25603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F2937"/>
                </a:solidFill>
                <a:latin typeface="微软雅黑"/>
              </a:defRPr>
            </a:pPr>
            <a:r>
              <a:t>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73E8"/>
                </a:solidFill>
                <a:latin typeface="微软雅黑"/>
              </a:defRPr>
            </a:pPr>
            <a:r>
              <a:t>点击详情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657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微软雅黑"/>
              </a:defRPr>
            </a:pPr>
            <a:r>
              <a:t>点击房间查看</a:t>
            </a:r>
            <a:br/>
            <a:r>
              <a:t>名称/介绍/位置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2377440"/>
            <a:ext cx="2011680" cy="2926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5603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F2937"/>
                </a:solidFill>
                <a:latin typeface="微软雅黑"/>
              </a:defRPr>
            </a:pPr>
            <a:r>
              <a:t>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73E8"/>
                </a:solidFill>
                <a:latin typeface="微软雅黑"/>
              </a:defRPr>
            </a:pPr>
            <a:r>
              <a:t>图例说明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3657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微软雅黑"/>
              </a:defRPr>
            </a:pPr>
            <a:r>
              <a:t>底部图例辅助</a:t>
            </a:r>
            <a:br/>
            <a:r>
              <a:t>快速识别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微软雅黑"/>
              </a:defRPr>
            </a:pPr>
            <a:r>
              <a:t>🎨 房间类型配色：  🟡 服务窗口  🔵 门诊科室  🟢 专科门诊  🔴 住院/手术  🟣 公共设施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2937"/>
                </a:solidFill>
                <a:latin typeface="微软雅黑"/>
              </a:defRPr>
            </a:pPr>
            <a:r>
              <a:t>📚 功能详情 — 志愿者指南 &amp; 常见问题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029200" cy="4389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t>📚 志愿者指南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68880"/>
            <a:ext cx="109728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✅ 服务规范 — 着装要求、服务态度、服务内容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✅ 应急处理 — 突发疾病、意外受伤、纠纷处理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✅ 沟通技巧 — 倾听技巧、表达技巧、特殊患者沟通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三 Tab 切换设计，图文并茂的指导内容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帮助新志愿者快速上手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5303520" cy="4389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t>❓ 常见问题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468880"/>
            <a:ext cx="1097280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7432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✅ 分类浏览 — 挂号缴费 / 就诊流程 / 医院设施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✅ 关键词搜索 — 快速定位相关问题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✅ 展开/收起 — 点击问题查看详细答案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内置 8 条常见问题，覆盖患者高频咨询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微软雅黑"/>
              </a:defRPr>
            </a:pPr>
            <a:r>
              <a:t>支持按分类和关键词双重过滤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2937"/>
                </a:solidFill>
                <a:latin typeface="微软雅黑"/>
              </a:defRPr>
            </a:pPr>
            <a:r>
              <a:t>👤 功能详情 — 个人中心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3200400" cy="41148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1F2937"/>
                </a:solidFill>
                <a:latin typeface="微软雅黑"/>
              </a:defRPr>
            </a:pPr>
            <a: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73E8"/>
                </a:solidFill>
                <a:latin typeface="微软雅黑"/>
              </a:defRPr>
            </a:pPr>
            <a:r>
              <a:t>服务统计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38328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F2937"/>
                </a:solidFill>
                <a:latin typeface="微软雅黑"/>
              </a:defRPr>
            </a:pPr>
            <a:r>
              <a:t>服务时长：48 小时</a:t>
            </a:r>
            <a:br/>
            <a:r>
              <a:t>服务次数：126 次</a:t>
            </a:r>
            <a:br/>
            <a:r>
              <a:t>服务评分：5.0 🌟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828800"/>
            <a:ext cx="3200400" cy="41148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1F2937"/>
                </a:solidFill>
                <a:latin typeface="微软雅黑"/>
              </a:defRPr>
            </a:pPr>
            <a:r>
              <a:t>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微软雅黑"/>
              </a:defRPr>
            </a:pPr>
            <a:r>
              <a:t>功能菜单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38328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F2937"/>
                </a:solidFill>
                <a:latin typeface="微软雅黑"/>
              </a:defRPr>
            </a:pPr>
            <a:r>
              <a:t>服务记录</a:t>
            </a:r>
            <a:br/>
            <a:r>
              <a:t>培训证书</a:t>
            </a:r>
            <a:br/>
            <a:r>
              <a:t>设置</a:t>
            </a:r>
            <a:br/>
            <a:r>
              <a:t>关于我们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828800"/>
            <a:ext cx="3200400" cy="4114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1F2937"/>
                </a:solidFill>
                <a:latin typeface="微软雅黑"/>
              </a:defRPr>
            </a:pPr>
            <a:r>
              <a:t>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微软雅黑"/>
              </a:defRPr>
            </a:pPr>
            <a:r>
              <a:t>账户管理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38328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F2937"/>
                </a:solidFill>
                <a:latin typeface="微软雅黑"/>
              </a:defRPr>
            </a:pPr>
            <a:r>
              <a:t>志愿者信息展示</a:t>
            </a:r>
            <a:br/>
            <a:r>
              <a:t>志愿者 ID 标识</a:t>
            </a:r>
            <a:br/>
            <a:r>
              <a:t>退出登录功能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62362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D47A1"/>
                </a:solidFill>
                <a:latin typeface="微软雅黑"/>
              </a:defRPr>
            </a:pPr>
            <a:r>
              <a:t>💡 注意：当前数据为静态示例，后续可接入云开发实现真实用户数据管理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  <a:latin typeface="微软雅黑"/>
              </a:defRPr>
            </a:pPr>
            <a:r>
              <a:t>🛠️ 技术架构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560320" cy="34747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73E8"/>
                </a:solidFill>
                <a:latin typeface="微软雅黑"/>
              </a:defRPr>
            </a:pPr>
            <a:r>
              <a:t>📱 前端框架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F2937"/>
                </a:solidFill>
                <a:latin typeface="微软雅黑"/>
              </a:defRPr>
            </a:pPr>
            <a:r>
              <a:t>微信小程序原生框架</a:t>
            </a:r>
            <a:br/>
            <a:r>
              <a:t>WXML + WXSS + JavaScript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828800"/>
            <a:ext cx="2560320" cy="347472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2011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微软雅黑"/>
              </a:defRPr>
            </a:pPr>
            <a:r>
              <a:t>🗄️ 数据存储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265176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F2937"/>
                </a:solidFill>
                <a:latin typeface="微软雅黑"/>
              </a:defRPr>
            </a:pPr>
            <a:r>
              <a:t>app.js 全局数据</a:t>
            </a:r>
            <a:br/>
            <a:r>
              <a:t>wx.setStorageSync 本地缓存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828800"/>
            <a:ext cx="2560320" cy="34747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微软雅黑"/>
              </a:defRPr>
            </a:pPr>
            <a:r>
              <a:t>🎨 UI 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5176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F2937"/>
                </a:solidFill>
                <a:latin typeface="微软雅黑"/>
              </a:defRPr>
            </a:pPr>
            <a:r>
              <a:t>自定义组件</a:t>
            </a:r>
            <a:br/>
            <a:r>
              <a:t>Flex 弹性布局</a:t>
            </a:r>
            <a:br/>
            <a:r>
              <a:t>rpx 响应式单位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828800"/>
            <a:ext cx="2560320" cy="34747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2011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B5CF6"/>
                </a:solidFill>
                <a:latin typeface="微软雅黑"/>
              </a:defRPr>
            </a:pPr>
            <a:r>
              <a:t>🛠️ 开发工具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65176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F2937"/>
                </a:solidFill>
                <a:latin typeface="微软雅黑"/>
              </a:defRPr>
            </a:pPr>
            <a:r>
              <a:t>微信开发者工具</a:t>
            </a:r>
            <a:br/>
            <a:r>
              <a:t>Trae AI IDE</a:t>
            </a:r>
            <a:br/>
            <a:r>
              <a:t>Visual Studio Code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微软雅黑"/>
              </a:defRPr>
            </a:pPr>
            <a:r>
              <a:t>✨ 架构特点：纯前端实现 · 零外部依赖 · 数据驱动视图 · 模块化页面设计 · 开箱即用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  <a:latin typeface="微软雅黑"/>
              </a:defRPr>
            </a:pPr>
            <a:r>
              <a:t>📁 项目结构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6400800" cy="4572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6035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  <a:latin typeface="Consolas"/>
              </a:defRPr>
            </a:pPr>
            <a:r>
              <a:t>vollunteercloundapp/</a:t>
            </a:r>
            <a:br/>
            <a:r>
              <a:t>├── app.js           ← 全局入口 + 数据</a:t>
            </a:r>
            <a:br/>
            <a:r>
              <a:t>├── app.json         ← 全局配置 (4 Tab + 6 页面)</a:t>
            </a:r>
            <a:br/>
            <a:r>
              <a:t>├── app.wxss         ← 全局样式</a:t>
            </a:r>
            <a:br/>
            <a:r>
              <a:t>├── sitemap.json     ← 搜索配置</a:t>
            </a:r>
            <a:br/>
            <a:r>
              <a:t>├── project.config.json</a:t>
            </a:r>
            <a:br/>
            <a:r>
              <a:t>├── pages/</a:t>
            </a:r>
            <a:br/>
            <a:r>
              <a:t>│   ├── index/        ← 首页 (快捷入口)</a:t>
            </a:r>
            <a:br/>
            <a:r>
              <a:t>│   ├── deptSearch/   ← 科室查询</a:t>
            </a:r>
            <a:br/>
            <a:r>
              <a:t>│   ├── hospitalMap/  ← 医院地图 🆕</a:t>
            </a:r>
            <a:br/>
            <a:r>
              <a:t>│   ├── volunteerGuide/ ← 志愿者指南</a:t>
            </a:r>
            <a:br/>
            <a:r>
              <a:t>│   ├── faq/          ← 常见问题</a:t>
            </a:r>
            <a:br/>
            <a:r>
              <a:t>│   └── profile/      ← 个人中心</a:t>
            </a:r>
            <a:br/>
            <a:r>
              <a:t>├── 需求分析文档.md</a:t>
            </a:r>
            <a:br/>
            <a:r>
              <a:t>├── README.md</a:t>
            </a:r>
            <a:br/>
            <a:r>
              <a:t>└── generate_ppt.py  ← 本PPT生成脚本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0" y="1645920"/>
            <a:ext cx="4114800" cy="457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微软雅黑"/>
              </a:defRPr>
            </a:pPr>
            <a:r>
              <a:t>📊 项目数据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3E8"/>
                </a:solidFill>
                <a:latin typeface="微软雅黑"/>
              </a:defRPr>
            </a:pPr>
            <a:r>
              <a:t>6 个页面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834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微软雅黑"/>
              </a:defRPr>
            </a:pPr>
            <a:r>
              <a:t>覆盖全部核心功能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246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3E8"/>
                </a:solidFill>
                <a:latin typeface="微软雅黑"/>
              </a:defRPr>
            </a:pPr>
            <a:r>
              <a:t>22 个房间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611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微软雅黑"/>
              </a:defRPr>
            </a:pPr>
            <a:r>
              <a:t>4 层楼详细布局数据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023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3E8"/>
                </a:solidFill>
                <a:latin typeface="微软雅黑"/>
              </a:defRPr>
            </a:pPr>
            <a:r>
              <a:t>12+ 症状映射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微软雅黑"/>
              </a:defRPr>
            </a:pPr>
            <a:r>
              <a:t>症状→科室智能推荐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800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3E8"/>
                </a:solidFill>
                <a:latin typeface="微软雅黑"/>
              </a:defRPr>
            </a:pPr>
            <a:r>
              <a:t>8 条常见问题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5166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微软雅黑"/>
              </a:defRPr>
            </a:pPr>
            <a:r>
              <a:t>覆盖高频咨询场景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5577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3E8"/>
                </a:solidFill>
                <a:latin typeface="微软雅黑"/>
              </a:defRPr>
            </a:pPr>
            <a:r>
              <a:t>0 外部依赖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5943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微软雅黑"/>
              </a:defRPr>
            </a:pPr>
            <a:r>
              <a:t>纯原生实现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  <a:latin typeface="微软雅黑"/>
              </a:defRPr>
            </a:pPr>
            <a:r>
              <a:t>🤖 AI 辅助开发经验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微软雅黑"/>
              </a:defRPr>
            </a:pPr>
            <a:r>
              <a:t>✅ AI 带来的优势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微软雅黑"/>
              </a:defRPr>
            </a:pPr>
            <a:r>
              <a:t>快速生成代码框架和页面结构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微软雅黑"/>
              </a:defRPr>
            </a:pPr>
            <a:r>
              <a:t>完整的 UI 设计和交互逻辑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微软雅黑"/>
              </a:defRPr>
            </a:pPr>
            <a:r>
              <a:t>数据结构和文档一次性生成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微软雅黑"/>
              </a:defRPr>
            </a:pPr>
            <a:r>
              <a:t>开发效率大幅提升（估算节省 60%+ 时间）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微软雅黑"/>
              </a:defRPr>
            </a:pPr>
            <a:r>
              <a:t>⚠️ AI 生成需要注意的问题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微软雅黑"/>
              </a:defRPr>
            </a:pPr>
            <a:r>
              <a:t>缺少 app = getApp() 引用 → 手动补全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微软雅黑"/>
              </a:defRPr>
            </a:pPr>
            <a:r>
              <a:t>引用了不存在的页面路径 → 修正跳转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微软雅黑"/>
              </a:defRPr>
            </a:pPr>
            <a:r>
              <a:t>图片资源路径缺失 → 补充资源文件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微软雅黑"/>
              </a:defRPr>
            </a:pPr>
            <a:r>
              <a:t>空 navigator 链接 → 补充目标页面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微软雅黑"/>
              </a:defRPr>
            </a:pPr>
            <a:r>
              <a:t>硬编码数据 → 需替换为动态数据源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47A1"/>
                </a:solidFill>
                <a:latin typeface="微软雅黑"/>
              </a:defRPr>
            </a:pPr>
            <a:r>
              <a:t>💡 经验总结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微软雅黑"/>
              </a:defRPr>
            </a:pPr>
            <a:r>
              <a:t>AI 能快速产出 80% 的代码框架，但剩下的 20% 需要人工审查修正。</a:t>
            </a:r>
            <a:br/>
            <a:r>
              <a:t>关键在于：明确的需求描述 + 仔细的代码审查 + 针对性的手动优化。</a:t>
            </a:r>
            <a:br/>
            <a:r>
              <a:t>AI + 人工结合的开发模式，兼顾了效率与质量。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  <a:latin typeface="微软雅黑"/>
              </a:defRPr>
            </a:pPr>
            <a:r>
              <a:t>🔮 未来迭代计划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640080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P0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微软雅黑"/>
              </a:defRPr>
            </a:pPr>
            <a:r>
              <a:t>修复已知 Bug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828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微软雅黑"/>
              </a:defRPr>
            </a:pPr>
            <a:r>
              <a:t>修复首页 app 引用、空跳转、缺失资源等问题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8288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A73E8"/>
                </a:solidFill>
                <a:latin typeface="微软雅黑"/>
              </a:defRPr>
            </a:pPr>
            <a:r>
              <a:t>高优先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06040"/>
            <a:ext cx="64008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606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微软雅黑"/>
              </a:defRPr>
            </a:pPr>
            <a:r>
              <a:t>接入腾讯地图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606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微软雅黑"/>
              </a:defRPr>
            </a:pPr>
            <a:r>
              <a:t>使用真实地图 API 替代模拟楼层图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26060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3B82F6"/>
                </a:solidFill>
                <a:latin typeface="微软雅黑"/>
              </a:defRPr>
            </a:pPr>
            <a:r>
              <a:t>中优先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383280"/>
            <a:ext cx="64008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微软雅黑"/>
              </a:defRPr>
            </a:pPr>
            <a:r>
              <a:t>云开发接入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383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微软雅黑"/>
              </a:defRPr>
            </a:pPr>
            <a:r>
              <a:t>微信云开发实现用户数据持久化存储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33832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0B981"/>
                </a:solidFill>
                <a:latin typeface="微软雅黑"/>
              </a:defRPr>
            </a:pPr>
            <a:r>
              <a:t>中优先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160520"/>
            <a:ext cx="64008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160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微软雅黑"/>
              </a:defRPr>
            </a:pPr>
            <a:r>
              <a:t>扩充数据量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160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微软雅黑"/>
              </a:defRPr>
            </a:pPr>
            <a:r>
              <a:t>丰富症状→科室库到 50+ 条映射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41605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59E0B"/>
                </a:solidFill>
                <a:latin typeface="微软雅黑"/>
              </a:defRPr>
            </a:pPr>
            <a:r>
              <a:t>低优先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937760"/>
            <a:ext cx="64008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937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微软雅黑"/>
              </a:defRPr>
            </a:pPr>
            <a:r>
              <a:t>智能搜索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937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微软雅黑"/>
              </a:defRPr>
            </a:pPr>
            <a:r>
              <a:t>支持模糊搜索和联想推荐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49377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59E0B"/>
                </a:solidFill>
                <a:latin typeface="微软雅黑"/>
              </a:defRPr>
            </a:pPr>
            <a:r>
              <a:t>低优先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715000"/>
            <a:ext cx="64008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715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微软雅黑"/>
              </a:defRPr>
            </a:pPr>
            <a:r>
              <a:t>志愿者排班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5715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微软雅黑"/>
              </a:defRPr>
            </a:pPr>
            <a:r>
              <a:t>排班签到、服务记录统计功能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5715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59E0B"/>
                </a:solidFill>
                <a:latin typeface="微软雅黑"/>
              </a:defRPr>
            </a:pPr>
            <a:r>
              <a:t>低优先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  <a:latin typeface="微软雅黑"/>
              </a:defRPr>
            </a:pPr>
            <a:r>
              <a:t>📊 项目数据看板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560320" cy="228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73E8"/>
                </a:solidFill>
                <a:latin typeface="微软雅黑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  <a:latin typeface="微软雅黑"/>
              </a:defRPr>
            </a:pPr>
            <a:r>
              <a:t>页面总数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覆盖全部核心功能模块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828800"/>
            <a:ext cx="2560320" cy="228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0116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0B981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  <a:latin typeface="微软雅黑"/>
              </a:defRPr>
            </a:pPr>
            <a:r>
              <a:t>Tab 导航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291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首页 · 科室查询 · 地图 · 个人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828800"/>
            <a:ext cx="2560320" cy="228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59E0B"/>
                </a:solidFill>
                <a:latin typeface="微软雅黑"/>
              </a:defRPr>
            </a:pPr>
            <a:r>
              <a:t>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  <a:latin typeface="微软雅黑"/>
              </a:defRPr>
            </a:pPr>
            <a:r>
              <a:t>地图房间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91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4 层楼 · 5 种类型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828800"/>
            <a:ext cx="2560320" cy="228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20116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8B5CF6"/>
                </a:solidFill>
                <a:latin typeface="微软雅黑"/>
              </a:defRPr>
            </a:pPr>
            <a:r>
              <a:t>1.5K+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  <a:latin typeface="微软雅黑"/>
              </a:defRPr>
            </a:pPr>
            <a:r>
              <a:t>代码行数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291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JS + WXML + WXSS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微软雅黑"/>
              </a:defRPr>
            </a:pPr>
            <a:r>
              <a:t>⏱️ 项目时间线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5303520"/>
            <a:ext cx="36576" cy="731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5212080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486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  <a:latin typeface="微软雅黑"/>
              </a:defRPr>
            </a:pPr>
            <a:r>
              <a:t>需求分析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52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明确功能定位</a:t>
            </a:r>
            <a:br/>
            <a:r>
              <a:t>与核心需求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5303520"/>
            <a:ext cx="36576" cy="731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127248" y="5212080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0" y="5486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  <a:latin typeface="微软雅黑"/>
              </a:defRPr>
            </a:pPr>
            <a:r>
              <a:t>UI 设计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852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界面原型</a:t>
            </a:r>
            <a:br/>
            <a:r>
              <a:t>与交互设计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03520" y="5303520"/>
            <a:ext cx="36576" cy="731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230368" y="5212080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5486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  <a:latin typeface="微软雅黑"/>
              </a:defRPr>
            </a:pPr>
            <a:r>
              <a:t>AI 编码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5852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AI 辅助生成</a:t>
            </a:r>
            <a:br/>
            <a:r>
              <a:t>基础代码框架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5303520"/>
            <a:ext cx="36576" cy="731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33488" y="5212080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5486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  <a:latin typeface="微软雅黑"/>
              </a:defRPr>
            </a:pPr>
            <a:r>
              <a:t>人工优化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5852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Bug 修复</a:t>
            </a:r>
            <a:br/>
            <a:r>
              <a:t>地图可视化改造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09759" y="5303520"/>
            <a:ext cx="36576" cy="731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436607" y="5212080"/>
            <a:ext cx="182880" cy="18288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59" y="5486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  <a:latin typeface="微软雅黑"/>
              </a:defRPr>
            </a:pPr>
            <a:r>
              <a:t>测试迭代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59" y="5852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功能测试</a:t>
            </a:r>
            <a:br/>
            <a:r>
              <a:t>体验优化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微软雅黑"/>
              </a:defRPr>
            </a:pPr>
            <a:r>
              <a:t>感谢聆听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200400"/>
            <a:ext cx="21031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56616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FDBFE"/>
                </a:solidFill>
                <a:latin typeface="微软雅黑"/>
              </a:defRPr>
            </a:pPr>
            <a:r>
              <a:t>医院志愿者助手 · 微信小程序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720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C5FD"/>
                </a:solidFill>
                <a:latin typeface="微软雅黑"/>
              </a:defRPr>
            </a:pPr>
            <a:r>
              <a:t>有任何问题欢迎交流探讨 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微软雅黑"/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